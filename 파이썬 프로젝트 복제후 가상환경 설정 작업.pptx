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4" r:id="rId3"/>
    <p:sldId id="275" r:id="rId4"/>
    <p:sldId id="276" r:id="rId5"/>
    <p:sldId id="268" r:id="rId6"/>
    <p:sldId id="269" r:id="rId7"/>
    <p:sldId id="270" r:id="rId8"/>
    <p:sldId id="271" r:id="rId9"/>
    <p:sldId id="272" r:id="rId10"/>
    <p:sldId id="273" r:id="rId11"/>
    <p:sldId id="256" r:id="rId12"/>
    <p:sldId id="257" r:id="rId13"/>
    <p:sldId id="266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78895-CEEE-4C9D-A350-A6797A2EF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E185F3-9A3A-41B7-80DF-812E31B7E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220ABC-5FBF-4C15-BD7E-7E2D366A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243103-C8BC-4E63-9CA1-96440F80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40B4A7-BFC8-4CEC-8629-F6CF2056B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914A5A-C4ED-4D3E-BB8C-071F0D6E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A12A96-9634-46DA-9AD8-F0F104590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1FC004-E2B4-40E8-AE1A-50E06E7E1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5A5D96-428D-4AB2-9C07-8CACFF79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71E1CF-517A-4D40-9A6C-EDEDE6CF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55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6E1E6-D9A0-4BD6-9D17-A31581988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A9EFDB-142C-48EE-97C4-8B16D4A1D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1F58FD-D7F4-4C17-A565-8EB16015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6FB79D-26A1-4B51-AEDF-94404D41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D5200D-FF71-4F68-8DE2-D210409A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65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547A9-4C70-4091-A278-EBD51BFA5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4A6D99-CBE4-4D2D-BFB4-B33D922A3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D16669-62E2-4F8B-A97B-45FC00225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13745D-4496-4580-9FDB-796ED46E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814820-14BF-4544-9F6E-8B51254D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7082A5-8D0B-4678-BE12-BFACB1C7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39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DF0877-955C-42F4-9CB1-FF0D1AA21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31908E-A359-4BB2-90AE-E891AE5D5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E11B32-6365-4BFD-99DA-51A784116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388D3E-12D7-4E31-8AA5-F32D51B6C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07F648-9448-4BD9-8494-2AA3C3AB8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98C6FD-F934-40DB-9D24-CC161F47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CA6912-8733-4A4E-B5AC-97600516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F01D0E-3845-4C55-B339-4B1ACD719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73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0E1029-7B7E-4E12-91BE-8668787D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E3B18A-D069-46D1-B25B-028044632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62BC0D-3703-4BF6-B123-887BB3D7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6CC342-457B-4D8A-9291-CE82EB33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11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F0AE93-C9A3-433F-BB65-BB3FEB07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F51582-0102-4DE2-8475-E1AD76976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3EDD78-1F09-46B9-92F9-1891759A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53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97F72-DC13-488C-8158-9CB313784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48150-2D94-4879-AFF1-E8253ADA5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A5A446-C554-463E-8E67-0B24672C8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A80984-467A-4978-80F2-B683C5E6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E2ACCA-EDAA-477B-B60E-3CAF297C1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D80916-8291-41DC-97CF-26CE38E3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549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556A6-4F53-4451-996F-F982E714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37430C-ABC3-4605-BF0D-013AFC36A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972B44-719A-45C7-81B0-D1F1B825C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9975AF-DDEA-44CF-9AD5-922B0E58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C8689D-C577-4C64-BEBC-5141E07E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7FD95C-06DF-4761-A1C1-6195DB57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902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3050C-5A21-49BC-8A9F-94E63277D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6EEA86-CD97-42CC-9AAD-C26C58704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8D7BE6-B9E6-4789-833A-9E21250B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0D507-1648-498A-8E11-0CF6124EA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6430A0-1AC0-4637-BA65-4CB096CD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99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AD4B00C-46F7-4EDC-80F3-079E1726F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7EA217-940F-492C-8C06-5D43DCC43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8CA83C-EF6D-4449-884E-445C2E16B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805CFB-1C01-47BB-8E6D-2E2A8D2EB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E502DF-6E02-4A31-9A63-EB3F80F3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42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BDE73E-6B0D-435A-97AC-20A17B6C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185DFA-9CDB-48C2-80B8-F29424CD4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B6FF6D-AC25-4F5C-A65A-4D653E85E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6E204-CC05-478C-AD70-AC7B17C767A1}" type="datetimeFigureOut">
              <a:rPr lang="ko-KR" altLang="en-US" smtClean="0"/>
              <a:t>2026-09-07(Mon)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D0CA8C-F71A-4AD5-B64F-CD20594D4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B74FFB-0D9B-4B51-BD40-9B7FC6700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A1AF7-3E61-4D6C-965A-F031011674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04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DA8ED0B-59B2-45B6-ABD3-AA4252A17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33" y="547522"/>
            <a:ext cx="11472333" cy="6184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24DC5F-976A-4D0E-B7BA-1E1DA17BF8FE}"/>
              </a:ext>
            </a:extLst>
          </p:cNvPr>
          <p:cNvSpPr txBox="1"/>
          <p:nvPr/>
        </p:nvSpPr>
        <p:spPr>
          <a:xfrm>
            <a:off x="359833" y="127388"/>
            <a:ext cx="430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슬라이드 </a:t>
            </a:r>
            <a:r>
              <a:rPr lang="en-US" altLang="ko-KR" dirty="0"/>
              <a:t>1~6</a:t>
            </a:r>
            <a:r>
              <a:rPr lang="ko-KR" altLang="en-US" dirty="0"/>
              <a:t>번을 참조하여 작업합니다</a:t>
            </a:r>
          </a:p>
        </p:txBody>
      </p:sp>
    </p:spTree>
    <p:extLst>
      <p:ext uri="{BB962C8B-B14F-4D97-AF65-F5344CB8AC3E}">
        <p14:creationId xmlns:p14="http://schemas.microsoft.com/office/powerpoint/2010/main" val="3391432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B8C8D6B-5E3E-4D81-8DA3-E42B67504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63" y="0"/>
            <a:ext cx="10240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98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818BA11-D012-4682-966F-6D71D0D91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04" y="0"/>
            <a:ext cx="10268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75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AF7A0A-0908-4593-8735-F5B5AB011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72" y="0"/>
            <a:ext cx="10297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2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4105189-AA8E-4979-A3FB-1F9252283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276"/>
            <a:ext cx="12192000" cy="654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6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E57BC6F-1C34-4226-84FA-24EBF54BA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925"/>
            <a:ext cx="12192000" cy="656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09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D95C7BF-DC0C-454A-95F0-B1AD5D4AF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77"/>
            <a:ext cx="12192000" cy="6575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25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3962BD7-B3C3-4227-B732-4CEC2DDF8F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238"/>
            <a:ext cx="12192000" cy="662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51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EEED76-ADCC-4F2F-AE58-FF6051345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238"/>
            <a:ext cx="12192000" cy="662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39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980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B33706C-F095-4D07-A445-BEF9E4034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476"/>
            <a:ext cx="12192000" cy="608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8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10A65FB-B276-4FDE-B181-AA85533FE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306"/>
            <a:ext cx="12192000" cy="648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51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1224C38-9A4F-4621-9DE8-4F08E678F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8554"/>
            <a:ext cx="12192000" cy="522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25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BBF25EA-DE48-4DEA-9975-CB1FFC2F2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53" y="0"/>
            <a:ext cx="11436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43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AAEFFD-7072-4506-8335-040D38A9B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75" y="0"/>
            <a:ext cx="10550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06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3263646-9D91-455D-8AAE-CB89D21F4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0" y="0"/>
            <a:ext cx="105528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96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CC9A1B2-BCA8-4862-8B84-7D893F3FD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54" y="0"/>
            <a:ext cx="104748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30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8B4D8EC-3AE1-4838-BA8C-DA3077002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56" y="0"/>
            <a:ext cx="114442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56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28A264-5E76-4DCC-8479-C5956550C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59" y="0"/>
            <a:ext cx="11493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476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E98B2CD-CEF5-4D60-9359-46FE0755D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266" y="0"/>
            <a:ext cx="6813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02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5</Words>
  <Application>Microsoft Office PowerPoint</Application>
  <PresentationFormat>와이드스크린</PresentationFormat>
  <Paragraphs>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성기 임</dc:creator>
  <cp:lastModifiedBy>성기 임</cp:lastModifiedBy>
  <cp:revision>9</cp:revision>
  <dcterms:created xsi:type="dcterms:W3CDTF">2026-09-05T09:02:14Z</dcterms:created>
  <dcterms:modified xsi:type="dcterms:W3CDTF">2026-09-07T12:31:15Z</dcterms:modified>
</cp:coreProperties>
</file>